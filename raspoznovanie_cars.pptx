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73" r:id="rId3"/>
    <p:sldId id="257" r:id="rId4"/>
    <p:sldId id="291" r:id="rId5"/>
    <p:sldId id="274" r:id="rId6"/>
    <p:sldId id="259" r:id="rId7"/>
    <p:sldId id="290" r:id="rId8"/>
    <p:sldId id="286" r:id="rId9"/>
    <p:sldId id="262" r:id="rId10"/>
    <p:sldId id="278" r:id="rId11"/>
    <p:sldId id="28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85" d="100"/>
          <a:sy n="85" d="100"/>
        </p:scale>
        <p:origin x="12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3403C-7301-4031-B14C-3242D6BF0E8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8DAEF-A4DE-49C3-92DE-FF9382B48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54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B8DFD-0AAC-B058-FF4D-793FE6BC4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93713F-9190-BA98-8F99-79C4A0DE2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C5F7A6-B4A5-D03F-718E-052FD7E7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5DE794-AB4A-F1D6-1D11-42E4D01A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C1A4BD-DB30-22DB-EA65-6B41B889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51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77901-EF6D-C270-1E94-5C2B2A62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8A87B-DD25-EC2B-07E5-DB242668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37595-615A-A4D1-9AF2-AD47A975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B3C9E3-E313-FB19-E18C-3849BE41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2E881C-F1CF-3E21-6303-C01BC875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28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65E3E-6A2D-FCE4-3E4F-C7BAA662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B9E935-F74E-0F94-750D-C9C87ACF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549904-D4E5-6CEF-3C91-248422D3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7678BC-A1DD-6041-95B1-6A721068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00C89C-45E1-EF7D-9D16-C89252FC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91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014BC-65AE-FC0A-A621-E346FE7B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F2DE69-FAD7-D510-5C59-04A6F5603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F06572-A5AF-3BD3-7D32-2171A9662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6B8841-7EA5-120E-210A-ED89BA0F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960288-757D-179D-6F1F-D874D253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4EE43-A708-9729-7351-BBE23D59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39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D02FC-8581-35E4-D026-066C3801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D80E8A-02F6-82BE-1C4D-E80F0A5FA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0C0561-0606-79A0-D208-583908E5A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45BF0-4AC8-B2F4-CEAF-A06F0F20B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790097-4E43-2011-6B47-4DFA10265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5BFBB7-B59A-32C9-2EC7-D4FD060E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2E934F-8305-FDE1-A69E-5039AF9A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45A723B-0B4B-F4FE-5905-4B396521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83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BD55B-A568-CCC9-B92C-1A4F04A1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B13C95-0C98-74A3-A86D-74ED70CC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3DE89B-9762-750A-9874-2BFD272F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6AAE0C-6978-9121-713B-87B76267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01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256E6F-64B4-D7D9-E706-0D2F9FE6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1407F6-0878-C057-6DFE-0C82B708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7D38E2-F312-F665-164D-00B5ED89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26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C69BF-D3B8-326D-5DED-3A30B904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212F3-257F-B354-AE51-B596D6023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207E20-76A3-DAAB-B94A-8C92BA0F1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F59139-133F-A027-A219-8789A5F6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E19E58-1DE8-3BC1-12BC-C479DFAF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210996-81CB-873B-0416-6847F829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2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C60DF-FF1C-D0D3-5BF1-56DFEC57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5EAF0F-38E1-42DA-13A5-995665F94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24A36B-720F-329E-0E82-D03E67166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B9EAE0-8048-89D7-85A3-83C47A76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084083-9EAD-3A64-9A8F-6916B4A7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345A70-8213-CA7E-9865-0986F3D0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92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35FDC-621B-4D0C-A64A-7E15EB8A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0B41CD-C5CE-153D-B1AA-1EBC4A357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206CE5-8A16-EF8A-ADBF-316F2114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8BBCC-15ED-9E93-62B3-F1B3798C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B3ADB3-478C-C74C-3D3B-5126C5D5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9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FE04DD-A179-9E03-1F8D-007906953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7DC078-2FAD-7557-E6FF-314777BA6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B904A1-EE78-7F18-2D72-B5302C04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C76B7F-618E-0FCC-84C1-E89ED9BB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62F233-C05F-FF29-6BEB-C744A7C5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7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DCE5A-CD3E-5E7E-C416-4111F3BB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0295FF-A81E-6CB8-05D0-42A95CEB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952724-CBB6-D0D9-D62F-044D7C2BF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B9514D-18E3-2103-398C-46081BEA2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F111A-91F4-13DF-26C2-70AF29488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08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7B33AC-869B-5552-F098-5811E9C0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284" y="1873751"/>
            <a:ext cx="6500405" cy="40002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42A57-2F63-EA16-E428-75B33354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YOLO V8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708F5-8290-97C0-285C-3CCE9A8EE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06" y="1873751"/>
            <a:ext cx="5220978" cy="4351338"/>
          </a:xfrm>
        </p:spPr>
        <p:txBody>
          <a:bodyPr/>
          <a:lstStyle/>
          <a:p>
            <a:r>
              <a:rPr lang="ru-RU" b="1" dirty="0"/>
              <a:t>YOLOv8</a:t>
            </a:r>
            <a:r>
              <a:rPr lang="ru-RU" dirty="0"/>
              <a:t> —версия семейства моделей YOLO (You Only Look </a:t>
            </a:r>
            <a:r>
              <a:rPr lang="ru-RU" dirty="0" err="1"/>
              <a:t>Once</a:t>
            </a:r>
            <a:r>
              <a:rPr lang="ru-RU" dirty="0"/>
              <a:t>) для детекции объектов в реальном времени. Вышла в 2023 году командой </a:t>
            </a:r>
            <a:r>
              <a:rPr lang="ru-RU" dirty="0" err="1"/>
              <a:t>Ultralytics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Особенности:</a:t>
            </a:r>
          </a:p>
          <a:p>
            <a:r>
              <a:rPr lang="ru-RU" dirty="0"/>
              <a:t>Отказ от </a:t>
            </a:r>
            <a:r>
              <a:rPr lang="en-US" dirty="0"/>
              <a:t>anchor-</a:t>
            </a:r>
            <a:r>
              <a:rPr lang="ru-RU" dirty="0"/>
              <a:t>подхода</a:t>
            </a:r>
          </a:p>
          <a:p>
            <a:r>
              <a:rPr lang="ru-RU" dirty="0"/>
              <a:t>Поддержка различных задач</a:t>
            </a:r>
          </a:p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9FCDE1-2F9E-743D-B865-33B7D3444BBB}"/>
              </a:ext>
            </a:extLst>
          </p:cNvPr>
          <p:cNvSpPr/>
          <p:nvPr/>
        </p:nvSpPr>
        <p:spPr>
          <a:xfrm>
            <a:off x="7449553" y="2001587"/>
            <a:ext cx="2513597" cy="354263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70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1B283F-8EC2-B885-86F9-C20615C63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"/>
          <a:stretch>
            <a:fillRect/>
          </a:stretch>
        </p:blipFill>
        <p:spPr>
          <a:xfrm>
            <a:off x="223935" y="1301720"/>
            <a:ext cx="5467739" cy="5442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5981E-91BA-DCF0-FDA1-302724F9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072" y="113355"/>
            <a:ext cx="999404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№ </a:t>
            </a:r>
            <a:r>
              <a:rPr lang="en-US" dirty="0"/>
              <a:t>1</a:t>
            </a:r>
            <a:r>
              <a:rPr lang="ru-RU" dirty="0"/>
              <a:t>. Запустить YOLOv8 для распознавания объектов на изображении.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8F245B-E34C-D385-FA8A-ED39CF37D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347" y="1405400"/>
            <a:ext cx="4983605" cy="129204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AEA1C3-3035-79D3-8E95-C05767550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094" y="2804890"/>
            <a:ext cx="5285772" cy="35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361F9-3F70-8A6E-7A21-24B13C50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051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 №2. Изменить порог вероятности (</a:t>
            </a:r>
            <a:r>
              <a:rPr lang="ru-RU" dirty="0" err="1"/>
              <a:t>conf</a:t>
            </a:r>
            <a:r>
              <a:rPr lang="ru-RU" dirty="0"/>
              <a:t>) и сравнить результаты.</a:t>
            </a:r>
            <a:endParaRPr lang="ru-RU" i="0" dirty="0"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F8795A-995B-9E02-5CD2-F8B27D3ED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47" y="1982368"/>
            <a:ext cx="5677692" cy="13813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206D89-CCA3-EE45-0430-09474353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47" y="4471747"/>
            <a:ext cx="6627943" cy="1285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66DDE6-6776-2D5C-1020-54F3B98F0A61}"/>
              </a:ext>
            </a:extLst>
          </p:cNvPr>
          <p:cNvSpPr txBox="1"/>
          <p:nvPr/>
        </p:nvSpPr>
        <p:spPr>
          <a:xfrm>
            <a:off x="6854890" y="2208859"/>
            <a:ext cx="26058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- Отрисовка изображения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844FB-19F0-E0C1-E818-CCA0BC026BB3}"/>
              </a:ext>
            </a:extLst>
          </p:cNvPr>
          <p:cNvSpPr txBox="1"/>
          <p:nvPr/>
        </p:nvSpPr>
        <p:spPr>
          <a:xfrm>
            <a:off x="6948666" y="5114621"/>
            <a:ext cx="38935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- Цикл прохождения при разных </a:t>
            </a:r>
            <a:r>
              <a:rPr lang="en-US" sz="1600" dirty="0"/>
              <a:t>conf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3192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20AA7-814B-BE83-E392-ABD473EF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D48AC855-6731-CEA3-0775-629A22262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461" y="3421279"/>
            <a:ext cx="5077534" cy="31913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D5ABBB-F6D9-2879-08AC-06F4880A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7597"/>
            <a:ext cx="4918057" cy="30561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C5BB3B-2CF1-FC7D-E66B-ADDAADDEB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854" y="142659"/>
            <a:ext cx="5020376" cy="32865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71662A-AC7F-1222-5623-4D7A4A17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854" y="3429000"/>
            <a:ext cx="495369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6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47D6-2BF2-7083-73F5-F45F67B4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B1A9B-EA13-E814-FE9E-4383EF51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264560"/>
            <a:ext cx="12196145" cy="1325563"/>
          </a:xfrm>
        </p:spPr>
        <p:txBody>
          <a:bodyPr/>
          <a:lstStyle/>
          <a:p>
            <a:pPr algn="ctr"/>
            <a:r>
              <a:rPr lang="ru-RU" dirty="0"/>
              <a:t>№ 3. Найти все автомобили на изображении и посчитать их количество</a:t>
            </a:r>
            <a:endParaRPr lang="ru-RU" i="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A9CF6C-4942-90B5-1536-31924C36C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43" y="1983470"/>
            <a:ext cx="5699985" cy="378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9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E4E81E-28BB-ACCC-4EF1-8D679A907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05" y="998621"/>
            <a:ext cx="6110379" cy="566308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13E084-01CD-647A-AEF2-2BA0FFB53BEB}"/>
              </a:ext>
            </a:extLst>
          </p:cNvPr>
          <p:cNvSpPr/>
          <p:nvPr/>
        </p:nvSpPr>
        <p:spPr>
          <a:xfrm>
            <a:off x="7245062" y="4881322"/>
            <a:ext cx="3155383" cy="10772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926C0-2930-6DBC-D0E0-78902A89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22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№4. Провести детекцию объектов в коротком видео (5–10 секунд)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DC7411-36A2-816E-7719-F47D4392E992}"/>
              </a:ext>
            </a:extLst>
          </p:cNvPr>
          <p:cNvSpPr txBox="1"/>
          <p:nvPr/>
        </p:nvSpPr>
        <p:spPr>
          <a:xfrm>
            <a:off x="7353347" y="4889087"/>
            <a:ext cx="3155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Цикл для обхода всего изображения с целью поиска в каждом кадре машин и их отображения через </a:t>
            </a:r>
            <a:r>
              <a:rPr lang="en-US" sz="1600" dirty="0" err="1"/>
              <a:t>imshow</a:t>
            </a:r>
            <a:r>
              <a:rPr lang="en-US" sz="1600" dirty="0"/>
              <a:t> cv2</a:t>
            </a:r>
            <a:endParaRPr lang="ru-RU" sz="2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3273A4D-9747-921B-59C4-B33F5CEDE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3" y="1516633"/>
            <a:ext cx="5409792" cy="315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0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61B8573-CD42-B5F3-1892-30E3F2BDC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YOLOv8s (YOLOv8 Small) </a:t>
            </a:r>
            <a:r>
              <a:rPr lang="ru-RU" dirty="0"/>
              <a:t>и </a:t>
            </a:r>
            <a:r>
              <a:rPr lang="en-US" dirty="0"/>
              <a:t>YOLOv8n (YOLOv8 Nano) — </a:t>
            </a:r>
            <a:r>
              <a:rPr lang="ru-RU" dirty="0"/>
              <a:t>версии модели </a:t>
            </a:r>
            <a:r>
              <a:rPr lang="en-US" dirty="0"/>
              <a:t>YOLOv8, </a:t>
            </a:r>
            <a:r>
              <a:rPr lang="ru-RU" dirty="0"/>
              <a:t>которые отличаются размером.</a:t>
            </a:r>
            <a:endParaRPr lang="en-US" dirty="0"/>
          </a:p>
          <a:p>
            <a:r>
              <a:rPr lang="en-US" dirty="0"/>
              <a:t>YOLOv8s — </a:t>
            </a:r>
            <a:r>
              <a:rPr lang="ru-RU" dirty="0"/>
              <a:t>маленькая модель, а </a:t>
            </a:r>
            <a:r>
              <a:rPr lang="en-US" dirty="0"/>
              <a:t>YOLOv8n — </a:t>
            </a:r>
            <a:r>
              <a:rPr lang="ru-RU" dirty="0" err="1"/>
              <a:t>наномодель</a:t>
            </a:r>
            <a:r>
              <a:rPr lang="ru-RU" dirty="0"/>
              <a:t>. </a:t>
            </a:r>
            <a:r>
              <a:rPr lang="en-US" dirty="0"/>
              <a:t>C</a:t>
            </a:r>
            <a:r>
              <a:rPr lang="ru-RU" dirty="0"/>
              <a:t>равнение </a:t>
            </a:r>
            <a:r>
              <a:rPr lang="en-US" dirty="0"/>
              <a:t>YOLOv8n </a:t>
            </a:r>
            <a:r>
              <a:rPr lang="ru-RU" dirty="0"/>
              <a:t>и </a:t>
            </a:r>
            <a:r>
              <a:rPr lang="en-US" dirty="0"/>
              <a:t>YOLOv8s </a:t>
            </a:r>
            <a:r>
              <a:rPr lang="ru-RU" dirty="0"/>
              <a:t>по некоторым параметрам:</a:t>
            </a:r>
          </a:p>
          <a:p>
            <a:r>
              <a:rPr lang="ru-RU" dirty="0"/>
              <a:t>Количество параметров (в миллионах) — </a:t>
            </a:r>
            <a:r>
              <a:rPr lang="en-US" dirty="0"/>
              <a:t>YOLOv8n (3,15), YOLOv8s (11,16).</a:t>
            </a:r>
          </a:p>
          <a:p>
            <a:r>
              <a:rPr lang="en-US" dirty="0" err="1"/>
              <a:t>mAP</a:t>
            </a:r>
            <a:r>
              <a:rPr lang="en-US" dirty="0"/>
              <a:t> @ 50 — YOLOv8n (0,419), YOLOv8s (0,560).</a:t>
            </a:r>
          </a:p>
          <a:p>
            <a:r>
              <a:rPr lang="en-US" dirty="0" err="1"/>
              <a:t>mAP</a:t>
            </a:r>
            <a:r>
              <a:rPr lang="en-US" dirty="0"/>
              <a:t> @ 75 — YOLOv8n (0,342), YOLOv8s (0,475).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23278DA-51B1-E1B3-8A32-5D86DC7C2011}"/>
              </a:ext>
            </a:extLst>
          </p:cNvPr>
          <p:cNvSpPr txBox="1">
            <a:spLocks/>
          </p:cNvSpPr>
          <p:nvPr/>
        </p:nvSpPr>
        <p:spPr>
          <a:xfrm>
            <a:off x="716973" y="2222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№5. Сравнить результаты YOLOv8n и YOLOv8s на одном и том же изображении</a:t>
            </a:r>
          </a:p>
        </p:txBody>
      </p:sp>
    </p:spTree>
    <p:extLst>
      <p:ext uri="{BB962C8B-B14F-4D97-AF65-F5344CB8AC3E}">
        <p14:creationId xmlns:p14="http://schemas.microsoft.com/office/powerpoint/2010/main" val="279476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D5F14-DEE6-D456-49D9-639A49B0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C6E024-EF9F-FA60-C9CF-0F967A4C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92" y="2695564"/>
            <a:ext cx="6058931" cy="29813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3B69BFF-7904-7E6E-0E36-A5E0D52E9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68"/>
          <a:stretch>
            <a:fillRect/>
          </a:stretch>
        </p:blipFill>
        <p:spPr>
          <a:xfrm>
            <a:off x="3151671" y="1181057"/>
            <a:ext cx="5771852" cy="10493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24E18A-00C4-8BA8-487A-5DB4E4A6F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871" y="2714028"/>
            <a:ext cx="5493687" cy="298137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38D9D0B-92DC-7EE3-5D4B-865F83CCD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089" y="664605"/>
            <a:ext cx="1838582" cy="2572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836BC34-ECFC-A6B5-DE5B-9EB5ACA8BC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571" y="793211"/>
            <a:ext cx="1952898" cy="304843"/>
          </a:xfrm>
          <a:prstGeom prst="rect">
            <a:avLst/>
          </a:prstGeom>
        </p:spPr>
      </p:pic>
      <p:sp>
        <p:nvSpPr>
          <p:cNvPr id="26" name="Заголовок 25">
            <a:extLst>
              <a:ext uri="{FF2B5EF4-FFF2-40B4-BE49-F238E27FC236}">
                <a16:creationId xmlns:a16="http://schemas.microsoft.com/office/drawing/2014/main" id="{32CC439A-EBC0-6D78-8B70-3F5312B8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24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A2ED300-065A-8305-7251-1D73CAFF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964"/>
            <a:ext cx="10515600" cy="62624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/>
              <a:t>Чем детекция объектов отличается от классификации изображений?</a:t>
            </a:r>
            <a:endParaRPr lang="en-US" dirty="0"/>
          </a:p>
          <a:p>
            <a:r>
              <a:rPr lang="ru-RU" dirty="0"/>
              <a:t>Детекция – поиск и локализация объектов интереса на изображении, нахождение координат и ограничивающих их рамок, заранее неизвестно количество объектов.</a:t>
            </a:r>
            <a:br>
              <a:rPr lang="ru-RU" dirty="0"/>
            </a:br>
            <a:r>
              <a:rPr lang="ru-RU" dirty="0"/>
              <a:t>Классификация – присвоении класса всему изображению.</a:t>
            </a:r>
            <a:endParaRPr lang="en-US" dirty="0"/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2. Какие особенности алгоритма </a:t>
            </a:r>
            <a:r>
              <a:rPr lang="ru-RU" dirty="0" err="1"/>
              <a:t>Viola</a:t>
            </a:r>
            <a:r>
              <a:rPr lang="ru-RU" dirty="0"/>
              <a:t>–Jones обеспечивают его высокую скорость работы?</a:t>
            </a:r>
            <a:endParaRPr lang="en-US" dirty="0"/>
          </a:p>
          <a:p>
            <a:r>
              <a:rPr lang="ru-RU" dirty="0"/>
              <a:t>Используют признаки Хаара. Позволяют описать характерные особенности объектов, связанные с перепадами яркости.</a:t>
            </a:r>
            <a:br>
              <a:rPr lang="ru-RU" dirty="0"/>
            </a:br>
            <a:r>
              <a:rPr lang="ru-RU" dirty="0"/>
              <a:t>Быстро отбрасывает области изображения, явно не содержащие объект. Проверка сложных классификаторов происходит только для вероятных областей.</a:t>
            </a:r>
            <a:br>
              <a:rPr lang="ru-RU" dirty="0"/>
            </a:br>
            <a:r>
              <a:rPr lang="ru-RU" dirty="0"/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3662674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EC2F-28A9-ED7E-A819-88B8DCC5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035C2AB-CDC6-B809-F68A-176758B02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964"/>
            <a:ext cx="10515600" cy="62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3. Для чего используются дескрипторы HOG и как они помогают в задаче распознавания?</a:t>
            </a:r>
            <a:endParaRPr lang="en-US" dirty="0"/>
          </a:p>
          <a:p>
            <a:r>
              <a:rPr lang="ru-RU" dirty="0"/>
              <a:t>Дескрипторы HOG используются в компьютерном зрении и обработке изображений для распознавания объектов.</a:t>
            </a:r>
            <a:br>
              <a:rPr lang="ru-RU" dirty="0"/>
            </a:br>
            <a:r>
              <a:rPr lang="ru-RU" dirty="0"/>
              <a:t>Помогают в описании формы и внешнего вида объекта путем подсчета распределения направлений градиентов в ячейках изображения</a:t>
            </a:r>
            <a:br>
              <a:rPr lang="ru-RU" dirty="0"/>
            </a:br>
            <a:r>
              <a:rPr lang="ru-RU" dirty="0"/>
              <a:t>4. В чем отличие между двухэтапными (</a:t>
            </a:r>
            <a:r>
              <a:rPr lang="ru-RU" dirty="0" err="1"/>
              <a:t>Faster</a:t>
            </a:r>
            <a:r>
              <a:rPr lang="ru-RU" dirty="0"/>
              <a:t> R-CNN) и одноэтапными (YOLO, SSD) детекторами?</a:t>
            </a:r>
            <a:endParaRPr lang="en-US" dirty="0"/>
          </a:p>
          <a:p>
            <a:r>
              <a:rPr lang="ru-RU" dirty="0"/>
              <a:t>Двухэтапные на первом этапе алгоритм пытается найти области которые, предположительно, содержат объект. На втором – области рассматриваются для определения принадлежности к классам, уточнение местоположения, ограничение рамок.</a:t>
            </a:r>
            <a:br>
              <a:rPr lang="ru-RU" dirty="0"/>
            </a:br>
            <a:r>
              <a:rPr lang="ru-RU" dirty="0"/>
              <a:t>Одноэтапные напрямую предсказывают классы объектов и ограничивающие рамки за один проход.</a:t>
            </a:r>
          </a:p>
        </p:txBody>
      </p:sp>
    </p:spTree>
    <p:extLst>
      <p:ext uri="{BB962C8B-B14F-4D97-AF65-F5344CB8AC3E}">
        <p14:creationId xmlns:p14="http://schemas.microsoft.com/office/powerpoint/2010/main" val="400621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A459B-AAB8-FE6A-927C-BC997E99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2AC187-F21C-6A20-76BB-DD86597D1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5. Что такое метрика </a:t>
            </a:r>
            <a:r>
              <a:rPr lang="ru-RU" dirty="0" err="1"/>
              <a:t>IoU</a:t>
            </a:r>
            <a:r>
              <a:rPr lang="ru-RU" dirty="0"/>
              <a:t> и как она используется при оценке качества?</a:t>
            </a:r>
            <a:endParaRPr lang="en-US" dirty="0"/>
          </a:p>
          <a:p>
            <a:r>
              <a:rPr lang="ru-RU" dirty="0" err="1"/>
              <a:t>Intersection</a:t>
            </a:r>
            <a:r>
              <a:rPr lang="ru-RU" dirty="0"/>
              <a:t> </a:t>
            </a:r>
            <a:r>
              <a:rPr lang="ru-RU" dirty="0" err="1"/>
              <a:t>over</a:t>
            </a:r>
            <a:r>
              <a:rPr lang="ru-RU" dirty="0"/>
              <a:t> Union – метрика для вычисления отношения площади перекрытия к общей площади предсказанной и истинной области (пересечения к </a:t>
            </a:r>
            <a:r>
              <a:rPr lang="ru-RU" dirty="0" err="1"/>
              <a:t>объеденению</a:t>
            </a:r>
            <a:r>
              <a:rPr lang="ru-RU" dirty="0"/>
              <a:t>) Area(</a:t>
            </a:r>
            <a:r>
              <a:rPr lang="ru-RU" dirty="0" err="1"/>
              <a:t>Intersection</a:t>
            </a:r>
            <a:r>
              <a:rPr lang="ru-RU" dirty="0"/>
              <a:t>) / Area(Union). </a:t>
            </a:r>
            <a:endParaRPr lang="en-US" dirty="0"/>
          </a:p>
          <a:p>
            <a:r>
              <a:rPr lang="ru-RU" dirty="0"/>
              <a:t>При оценке обычно берётся порог 0.5, если значение равно или выше, то обнаружение выполнено верно</a:t>
            </a:r>
          </a:p>
        </p:txBody>
      </p:sp>
    </p:spTree>
    <p:extLst>
      <p:ext uri="{BB962C8B-B14F-4D97-AF65-F5344CB8AC3E}">
        <p14:creationId xmlns:p14="http://schemas.microsoft.com/office/powerpoint/2010/main" val="252829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469</Words>
  <Application>Microsoft Office PowerPoint</Application>
  <PresentationFormat>Широкоэкранный</PresentationFormat>
  <Paragraphs>28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YOLO V8</vt:lpstr>
      <vt:lpstr>№ 1. Запустить YOLOv8 для распознавания объектов на изображении.</vt:lpstr>
      <vt:lpstr> №2. Изменить порог вероятности (conf) и сравнить результаты.</vt:lpstr>
      <vt:lpstr>Презентация PowerPoint</vt:lpstr>
      <vt:lpstr>№ 3. Найти все автомобили на изображении и посчитать их количество</vt:lpstr>
      <vt:lpstr>№4. Провести детекцию объектов в коротком видео (5–10 секунд)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Чимит</dc:creator>
  <cp:lastModifiedBy>Пользователь</cp:lastModifiedBy>
  <cp:revision>63</cp:revision>
  <dcterms:created xsi:type="dcterms:W3CDTF">2025-09-23T09:01:41Z</dcterms:created>
  <dcterms:modified xsi:type="dcterms:W3CDTF">2026-04-21T12:32:28Z</dcterms:modified>
</cp:coreProperties>
</file>